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Eine App für den Haushalt: Kassenbon abfotografieren, den Rest macht sie. Gebaut für uns selbst, nicht als Produkt.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Derselbe Bon, zwei Datenbestände. Erst durch die untere Fassung wird beantwortbar, wie viel im Jahr für Käse draufgeht oder ob die Butter teurer geworden 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Prüfschritt ist Absicht: Die KI liegt selten, aber nicht nie daneben. Was sie einmal gelernt hat, erkennt sie beim nächsten Bon von allein.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Kategorien vergibt die KI beim Erkennen. Wer eine Kategorie ändert, ändert sie rückwirkend für alle Einkäufe.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Preisverlauf entsteht ganz von selbst, ohne dass jemand Preise pflegt. Er zeigt auch, wenn ein Produkt überall teurer wird.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Wichtig: Die App bewertet niemanden. Sie rechnet aus, was du selbst als gut oder ungünstig eingestellt hast – und zeigt es in Euro, nicht in Kalorien.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Vorgeschlagen wird nur, was mindestens dreimal in gleichmäßigem Abstand gekauft wurde. Alles andere bleibt draußen, damit der Zettel nicht zumüllt.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Ehrlich zum Schluss: keine Nutzerzahlen, keine gemessene Ersparnis. Die App ist für einen Haushalt gebaut und tut genau das, was auf den Folien zu sehen war.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tmp/deck/img/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05156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606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AI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1737360" y="33832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AA4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Fotografier den Kassenbon – die App liest jede einzelne Position und zeigt dir, wohin dein Geld wirklich geht.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18872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2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weißt, wie viel.</a:t>
            </a:r>
            <a:endParaRPr lang="en-US" sz="3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2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Nicht, wofür.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2377440"/>
            <a:ext cx="3886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78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klassisches Haushaltsbuch erfasst pro Einkauf genau eine Summe. Damit ist der Einkauf für immer eine Zeile – was drin war, weiß danach niemand mehr.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846320" y="548640"/>
            <a:ext cx="3703320" cy="1188720"/>
          </a:xfrm>
          <a:prstGeom prst="roundRect">
            <a:avLst>
              <a:gd name="adj" fmla="val 12308"/>
            </a:avLst>
          </a:prstGeom>
          <a:solidFill>
            <a:srgbClr val="FAFAF8"/>
          </a:solidFill>
          <a:ln w="9525">
            <a:solidFill>
              <a:srgbClr val="E7E9E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120640" y="7315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8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Klassisches Haushaltsbuch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120640" y="11521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92240" y="115214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8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02.08.2026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223760" y="113385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27,31 €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846320" y="1965960"/>
            <a:ext cx="3703320" cy="269748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 w="9525">
            <a:solidFill>
              <a:srgbClr val="E7E9E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20640" y="216712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9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AI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0" y="25603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H-Milch 1,5 %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120640" y="27340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 1,29 €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98080" y="25877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2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2,58 €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120640" y="29443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120640" y="311810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× 2,49 €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98080" y="29718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2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2,49 €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120640" y="33284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Bananen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120640" y="35021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 kg × 1,99 €/kg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98080" y="335584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2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2,19 €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120640" y="37124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Gouda am Stück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120640" y="38862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0,32 kg × 12,90 €/kg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98080" y="373989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2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4,13 €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120640" y="41879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8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und fünf weitere Positionen desselben Bons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2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machen.</a:t>
            </a:r>
            <a:endParaRPr lang="en-US" sz="3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2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Fertig.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214884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78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KI liest den Bon Zeile für Zeile: Menge, Einzelpreis, Kategorie. Du siehst das Ergebnis, korrigierst, was nicht stimmt, und speicherst.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3035808"/>
            <a:ext cx="384048" cy="384048"/>
          </a:xfrm>
          <a:prstGeom prst="ellipse">
            <a:avLst/>
          </a:prstGeom>
          <a:solidFill>
            <a:srgbClr val="E7F3EC"/>
          </a:solidFill>
          <a:ln w="12700">
            <a:solidFill>
              <a:srgbClr val="E7F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9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30358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 fotografieren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3547872"/>
            <a:ext cx="384048" cy="384048"/>
          </a:xfrm>
          <a:prstGeom prst="ellipse">
            <a:avLst/>
          </a:prstGeom>
          <a:solidFill>
            <a:srgbClr val="E7F3EC"/>
          </a:solidFill>
          <a:ln w="12700">
            <a:solidFill>
              <a:srgbClr val="E7F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9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35478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Erkennung durch die KI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4059936"/>
            <a:ext cx="384048" cy="384048"/>
          </a:xfrm>
          <a:prstGeom prst="ellipse">
            <a:avLst/>
          </a:prstGeom>
          <a:solidFill>
            <a:srgbClr val="E7F3EC"/>
          </a:solidFill>
          <a:ln w="12700">
            <a:solidFill>
              <a:srgbClr val="E7F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9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405993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Prüfen und speichern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12169" y="409194"/>
            <a:ext cx="2110039" cy="4434840"/>
          </a:xfrm>
          <a:prstGeom prst="roundRect">
            <a:avLst>
              <a:gd name="adj" fmla="val 8667"/>
            </a:avLst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  <a:effectLst>
            <a:outerShdw sx="100000" sy="100000" kx="0" ky="0" algn="bl" rotWithShape="0" blurRad="279400" dist="635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var/tmp/deck/img/pruef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5593" y="354330"/>
            <a:ext cx="2110039" cy="44348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94360" y="46405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8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Bildschirmfotos mit Beispieldaten.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" y="409194"/>
            <a:ext cx="1936547" cy="4434840"/>
          </a:xfrm>
          <a:prstGeom prst="roundRect">
            <a:avLst>
              <a:gd name="adj" fmla="val 9444"/>
            </a:avLst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  <a:effectLst>
            <a:outerShdw sx="100000" sy="100000" kx="0" ky="0" algn="bl" rotWithShape="0" blurRad="279400" dist="635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/var/tmp/deck/img/uebersic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54330"/>
            <a:ext cx="1936547" cy="4434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80715" y="1417320"/>
            <a:ext cx="522320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2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Monat auf einen Blick.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3280715" y="2377440"/>
            <a:ext cx="522320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78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bisher zusammengekommen ist, wie viel vom Budget noch übrig ist – und wohin das Geld geflossen ist. Die Hochrechnung sagt, wo der Monat endet, wenn es so weitergeht wie bisher.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280715" y="46405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8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Beispieldaten.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76560" y="409194"/>
            <a:ext cx="2045648" cy="4434840"/>
          </a:xfrm>
          <a:prstGeom prst="roundRect">
            <a:avLst>
              <a:gd name="adj" fmla="val 8940"/>
            </a:avLst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  <a:effectLst>
            <a:outerShdw sx="100000" sy="100000" kx="0" ky="0" algn="bl" rotWithShape="0" blurRad="279400" dist="635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/var/tmp/deck/img/bestpre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9984" y="354330"/>
            <a:ext cx="2045648" cy="4434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822960"/>
            <a:ext cx="51598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2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Dieselbe Butter,</a:t>
            </a:r>
            <a:endParaRPr lang="en-US" sz="3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2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Preise.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94360" y="2148840"/>
            <a:ext cx="5159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78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App merkt sich jeden Preis bei jedem Händler. Beim nächsten Einkauf weißt du, wo dasselbe Produkt zuletzt am günstigsten war.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" y="31546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9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ALDI SÜD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331720" y="31546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9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2,19 €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35387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331720" y="353872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2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2,49 €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392277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Edeka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331720" y="392277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2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2,59 €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" y="46405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8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Beispieldaten.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" y="409194"/>
            <a:ext cx="2045648" cy="4434840"/>
          </a:xfrm>
          <a:prstGeom prst="roundRect">
            <a:avLst>
              <a:gd name="adj" fmla="val 8940"/>
            </a:avLst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  <a:effectLst>
            <a:outerShdw sx="100000" sy="100000" kx="0" ky="0" algn="bl" rotWithShape="0" blurRad="279400" dist="635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/var/tmp/deck/img/gesundhe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54330"/>
            <a:ext cx="2045648" cy="4434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389816" y="914400"/>
            <a:ext cx="5114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2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gesund heißt,</a:t>
            </a:r>
            <a:endParaRPr lang="en-US" sz="3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2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legst du selbst fest.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3389816" y="2240280"/>
            <a:ext cx="5114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78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Jedes Produkt bekommt Merkmale – hochverarbeitet, Zucker, Weizen, Bio. Daraus entsteht ein Wert zwischen 0 und 100, und du siehst, wie viel Geld in welches Merkmal fließt. Wie schwer ein Merkmal wiegt, stellst du in den Einstellungen ein.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389816" y="46405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8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Beispieldaten.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76560" y="409194"/>
            <a:ext cx="2045648" cy="4434840"/>
          </a:xfrm>
          <a:prstGeom prst="roundRect">
            <a:avLst>
              <a:gd name="adj" fmla="val 8940"/>
            </a:avLst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  <a:effectLst>
            <a:outerShdw sx="100000" sy="100000" kx="0" ky="0" algn="bl" rotWithShape="0" blurRad="279400" dist="635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/var/tmp/deck/img/zett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9984" y="354330"/>
            <a:ext cx="2045648" cy="4434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188720"/>
            <a:ext cx="51598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2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Einkaufszettel</a:t>
            </a:r>
            <a:endParaRPr lang="en-US" sz="3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2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schreibt sich selbst.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94360" y="2697480"/>
            <a:ext cx="51598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78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 den bisherigen Einkäufen entsteht der Wochenbedarf: was üblicherweise wieder dran ist, in welcher Menge – geschätzt mit deinen bisher günstigsten Preisen.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" y="46405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8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Beispieldaten.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7724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4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Produkt.</a:t>
            </a:r>
            <a:endParaRPr lang="en-US" sz="3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4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Werkzeug für den eigenen Haushalt.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2057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4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Alles, was du gesehen hast, läuft. Der einzige laufende Posten ist die KI-Erkennung, die pro Bon abgerechnet wird.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2788920"/>
            <a:ext cx="2468880" cy="1737360"/>
          </a:xfrm>
          <a:prstGeom prst="roundRect">
            <a:avLst>
              <a:gd name="adj" fmla="val 8421"/>
            </a:avLst>
          </a:prstGeom>
          <a:solidFill>
            <a:srgbClr val="1C201A"/>
          </a:solidFill>
          <a:ln w="9525">
            <a:solidFill>
              <a:srgbClr val="2C312A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3017520"/>
            <a:ext cx="173736" cy="173736"/>
          </a:xfrm>
          <a:prstGeom prst="ellipse">
            <a:avLst/>
          </a:prstGeom>
          <a:solidFill>
            <a:srgbClr val="16915C"/>
          </a:solidFill>
          <a:ln w="12700">
            <a:solidFill>
              <a:srgbClr val="1691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32918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 dem Telefon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" y="3602736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4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Läuft im Browser des iPhones, ohne App Store. Angemeldet wird sich mit dem Google-Konto.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2788920"/>
            <a:ext cx="2468880" cy="1737360"/>
          </a:xfrm>
          <a:prstGeom prst="roundRect">
            <a:avLst>
              <a:gd name="adj" fmla="val 8421"/>
            </a:avLst>
          </a:prstGeom>
          <a:solidFill>
            <a:srgbClr val="1C201A"/>
          </a:solidFill>
          <a:ln w="9525">
            <a:solidFill>
              <a:srgbClr val="2C312A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39312" y="3017520"/>
            <a:ext cx="173736" cy="173736"/>
          </a:xfrm>
          <a:prstGeom prst="ellipse">
            <a:avLst/>
          </a:prstGeom>
          <a:solidFill>
            <a:srgbClr val="16915C"/>
          </a:solidFill>
          <a:ln w="12700">
            <a:solidFill>
              <a:srgbClr val="1691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9312" y="32918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Ohne Bonfoto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39312" y="3602736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4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Gespeichert wird nur, was die KI aus dem Bon gelesen hat. Das Bild selbst wird nie abgelegt.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2788920"/>
            <a:ext cx="2468880" cy="1737360"/>
          </a:xfrm>
          <a:prstGeom prst="roundRect">
            <a:avLst>
              <a:gd name="adj" fmla="val 8421"/>
            </a:avLst>
          </a:prstGeom>
          <a:solidFill>
            <a:srgbClr val="1C201A"/>
          </a:solidFill>
          <a:ln w="9525">
            <a:solidFill>
              <a:srgbClr val="2C312A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28232" y="3017520"/>
            <a:ext cx="173736" cy="173736"/>
          </a:xfrm>
          <a:prstGeom prst="ellipse">
            <a:avLst/>
          </a:prstGeom>
          <a:solidFill>
            <a:srgbClr val="16915C"/>
          </a:solidFill>
          <a:ln w="12700">
            <a:solidFill>
              <a:srgbClr val="1691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32918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einen Haushalt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28232" y="3602736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4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Mehrere Personen teilen sich Einkäufe, Budget und Zettel – und sehen nur die eigenen.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Receipt AI</dc:title>
  <dc:subject>PptxGenJS Presentation</dc:subject>
  <dc:creator>Receipt AI</dc:creator>
  <cp:lastModifiedBy>Receipt AI</cp:lastModifiedBy>
  <cp:revision>1</cp:revision>
  <dcterms:created xsi:type="dcterms:W3CDTF">2026-08-10T10:57:24Z</dcterms:created>
  <dcterms:modified xsi:type="dcterms:W3CDTF">2026-08-10T10:57:24Z</dcterms:modified>
</cp:coreProperties>
</file>