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Eine App für den Haushalt: Kassenbon abfotografieren, den Rest macht sie. Gebaut für uns selbst, nicht als Produkt.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Problem ist nicht die Summe – die kennt jeder. Das Problem ist, dass die Summe nichts erklärt.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Prüfschritt ist Absicht: Die KI liegt selten, aber nicht nie daneben. Was sie einmal gelernt hat, erkennt sie beim nächsten Bon von allein.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Derselbe Bon, zwei Datenbestände. Rechts steht die Grundlage für alles Weitere: Preisverlauf, Kategorien, Gesundheit, Einkaufszettel.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Kategorien vergibt die KI beim Erkennen. Wer eine Kategorie ändert, ändert sie rückwirkend für alle Einkäufe.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Preisverlauf entsteht ganz von selbst, ohne dass jemand Preise pflegt. Er zeigt auch, wenn ein Produkt überall teurer wird.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Die App bewertet niemanden. Sie rechnet aus, was du selbst als gut oder ungünstig eingestellt hast – und zeigt es in Euro, nicht in Kalorien.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Vorgeschlagen wird nur, was mindestens dreimal in gleichmäßigem Abstand gekauft wurde. Alles andere bleibt draußen, damit der Zettel nicht zumüllt.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tmp/deck/img/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10515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6060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AI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73736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4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Fotografier den Kassenbon – die App liest jede einzelne Position und zeigt dir, wohin dein Geld wirklich geht.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9601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weißt, wie viel.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weißt nicht, wofür.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25146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Monatsende steht eine Zahl. Ein klassisches Haushaltsbuch erfasst pro Einkauf genau eine Summe – und damit ist der Einkauf für immer eine Zeile. Was drin war, weiß danach niemand mehr.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257800" y="960120"/>
            <a:ext cx="3291840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7E9E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532120" y="1197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Klassisches Haushaltsbuch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532120" y="1554480"/>
            <a:ext cx="2743200" cy="0"/>
          </a:xfrm>
          <a:prstGeom prst="line">
            <a:avLst/>
          </a:prstGeom>
          <a:noFill/>
          <a:ln w="9525">
            <a:solidFill>
              <a:srgbClr val="E7E9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32120" y="1645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040880" y="16459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02.08.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0" y="164592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45,73 €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32120" y="2011680"/>
            <a:ext cx="2743200" cy="0"/>
          </a:xfrm>
          <a:prstGeom prst="line">
            <a:avLst/>
          </a:prstGeom>
          <a:noFill/>
          <a:ln w="9525">
            <a:solidFill>
              <a:srgbClr val="E7E9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ALDI SÜD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40880" y="21031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26.07.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0" y="210312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38,20 €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532120" y="2468880"/>
            <a:ext cx="2743200" cy="0"/>
          </a:xfrm>
          <a:prstGeom prst="line">
            <a:avLst/>
          </a:prstGeom>
          <a:noFill/>
          <a:ln w="9525">
            <a:solidFill>
              <a:srgbClr val="E7E9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32120" y="25603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Edeka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40880" y="25603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07.08.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0" y="256032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15,47 €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532120" y="2926080"/>
            <a:ext cx="2743200" cy="0"/>
          </a:xfrm>
          <a:prstGeom prst="line">
            <a:avLst/>
          </a:prstGeom>
          <a:noFill/>
          <a:ln w="9525">
            <a:solidFill>
              <a:srgbClr val="E7E9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30175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Bäckerei Schmid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0" y="3017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09.08.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0" y="301752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7,35 €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321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und wofür?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58368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machen.</a:t>
            </a:r>
            <a:endParaRPr lang="en-US" sz="3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Fertig.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KI liest den Bon Zeile für Zeile: Menge, Einzelpreis, Kategorie. Du siehst das Ergebnis, korrigierst, was nicht stimmt, und speicherst.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3035808"/>
            <a:ext cx="384048" cy="384048"/>
          </a:xfrm>
          <a:prstGeom prst="ellipse">
            <a:avLst/>
          </a:prstGeom>
          <a:solidFill>
            <a:srgbClr val="E7F3EC"/>
          </a:solidFill>
          <a:ln w="12700">
            <a:solidFill>
              <a:srgbClr val="E7F3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30358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 fotografieren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547872"/>
            <a:ext cx="384048" cy="384048"/>
          </a:xfrm>
          <a:prstGeom prst="ellipse">
            <a:avLst/>
          </a:prstGeom>
          <a:solidFill>
            <a:srgbClr val="E7F3EC"/>
          </a:solidFill>
          <a:ln w="12700">
            <a:solidFill>
              <a:srgbClr val="E7F3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35478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 durch die KI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4059936"/>
            <a:ext cx="384048" cy="384048"/>
          </a:xfrm>
          <a:prstGeom prst="ellipse">
            <a:avLst/>
          </a:prstGeom>
          <a:solidFill>
            <a:srgbClr val="E7F3EC"/>
          </a:solidFill>
          <a:ln w="12700">
            <a:solidFill>
              <a:srgbClr val="E7F3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405993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Prüfen und speichern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12169" y="409194"/>
            <a:ext cx="2110039" cy="443484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14" name="Image 0" descr="/var/tmp/deck/img/pruef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5593" y="354330"/>
            <a:ext cx="2110039" cy="44348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94360" y="46680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Bildschirmfotos mit 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„27 € bei REWE“.</a:t>
            </a:r>
            <a:endParaRPr lang="en-US" sz="2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Sondern jede Position.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157276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Weil jede Zeile einzeln gespeichert wird, werden Fragen beantwortbar, die sonst niemand beantwortet: Wie viel gebe ich im Jahr für Käse aus? Ist meine Butter teurer geworden?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2240280"/>
            <a:ext cx="3200400" cy="2377440"/>
          </a:xfrm>
          <a:prstGeom prst="roundRect">
            <a:avLst>
              <a:gd name="adj" fmla="val 6154"/>
            </a:avLst>
          </a:prstGeom>
          <a:solidFill>
            <a:srgbClr val="FAFAF8"/>
          </a:solidFill>
          <a:ln w="9525">
            <a:solidFill>
              <a:srgbClr val="E7E9E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496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 Apps speichern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3108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02.08.2026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8130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27,31 €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160520" y="2240280"/>
            <a:ext cx="4389120" cy="23774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7E9E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24963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AI speichert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2862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H-Milch 1,5 %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72200" y="286207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1,29 €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28620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2,58 €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434840" y="319125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72200" y="319125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× 2,49 €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89520" y="319125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2,49 €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434840" y="3520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Bananen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172200" y="352044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 kg × 1,99 €/kg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89520" y="35204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2,19 €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34840" y="384962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Gouda am Stück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72200" y="384962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0,32 kg × 12,90 €/kg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89520" y="384962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4,13 €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434840" y="41970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und fünf weitere Positionen dieses Bons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09194"/>
            <a:ext cx="1936547" cy="443484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var/tmp/deck/img/uebers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54330"/>
            <a:ext cx="1936547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80715" y="1417320"/>
            <a:ext cx="5223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Monat auf einen Blick.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3280715" y="2377440"/>
            <a:ext cx="522320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bisher zusammengekommen ist, wie viel vom Budget noch übrig ist – und wohin das Geld geflossen ist. Die Hochrechnung sagt, wo der Monat endet, wenn es so weitergeht wie bisher.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280715" y="4576572"/>
            <a:ext cx="5223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6560" y="409194"/>
            <a:ext cx="2045648" cy="4434840"/>
          </a:xfrm>
          <a:prstGeom prst="roundRect">
            <a:avLst>
              <a:gd name="adj" fmla="val 894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var/tmp/deck/img/bestpre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9984" y="354330"/>
            <a:ext cx="2045648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822960"/>
            <a:ext cx="5159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Butter,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Preise.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2148840"/>
            <a:ext cx="5159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merkt sich jeden Preis bei jedem Händler. Beim nächsten Einkauf weißt du, wo dasselbe Produkt zuletzt am günstigsten war.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ALDI SÜD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331720" y="31546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91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2,19 €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353872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331720" y="35387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2,49 €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39227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Edeka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331720" y="3922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2,59 €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46680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09194"/>
            <a:ext cx="2045648" cy="4434840"/>
          </a:xfrm>
          <a:prstGeom prst="roundRect">
            <a:avLst>
              <a:gd name="adj" fmla="val 894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var/tmp/deck/img/gesundhe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54330"/>
            <a:ext cx="2045648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389816" y="914400"/>
            <a:ext cx="5114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gesund heißt,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legst du selbst fest.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3389816" y="2240280"/>
            <a:ext cx="5114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Produkt bekommt Merkmale – hochverarbeitet, Zucker, Weizen, Bio. Daraus entsteht ein Wert zwischen 0 und 100, und du siehst, wie viel Geld in welches Merkmal fließt. Wie schwer ein Merkmal wiegt, stellst du in den Einstellungen ein.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389816" y="4576572"/>
            <a:ext cx="511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6560" y="409194"/>
            <a:ext cx="2045648" cy="4434840"/>
          </a:xfrm>
          <a:prstGeom prst="roundRect">
            <a:avLst>
              <a:gd name="adj" fmla="val 894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  <a:effectLst>
            <a:outerShdw sx="100000" sy="100000" kx="0" ky="0" algn="bl" rotWithShape="0" blurRad="279400" dist="63500" dir="5400000">
              <a:srgbClr val="000000">
                <a:alpha val="16000"/>
              </a:srgbClr>
            </a:outerShdw>
          </a:effectLst>
        </p:spPr>
      </p:sp>
      <p:pic>
        <p:nvPicPr>
          <p:cNvPr id="3" name="Image 0" descr="/var/tmp/deck/img/zett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9984" y="354330"/>
            <a:ext cx="2045648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94360" y="1188720"/>
            <a:ext cx="5159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Einkaufszettel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21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sich selbst.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94360" y="2697480"/>
            <a:ext cx="5159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den bisherigen Einkäufen entsteht der Wochenbedarf: was üblicherweise wieder dran ist, in welcher Menge – geschätzt mit deinen bisher günstigsten Preisen.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46680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Receipt AI</dc:title>
  <dc:subject>PptxGenJS Presentation</dc:subject>
  <dc:creator>Receipt AI</dc:creator>
  <cp:lastModifiedBy>Receipt AI</cp:lastModifiedBy>
  <cp:revision>1</cp:revision>
  <dcterms:created xsi:type="dcterms:W3CDTF">2026-08-10T10:48:24Z</dcterms:created>
  <dcterms:modified xsi:type="dcterms:W3CDTF">2026-08-10T10:48:24Z</dcterms:modified>
</cp:coreProperties>
</file>